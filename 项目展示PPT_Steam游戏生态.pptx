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Steam 游戏生态的多维画像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多源多维度数据采集、融合分析与可视化</a:t>
            </a:r>
          </a:p>
          <a:p>
            <a:r>
              <a:t>《大数据原理与应用》中期作业</a:t>
            </a:r>
          </a:p>
          <a:p>
            <a:r>
              <a:t>组长：张艺轩  组员：徐梓涵、周宇琪、王书卿、王文莉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选题与背景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Steam 是全球最大 PC 游戏平台，聚集硬件配置、在线人数、评论、元数据、更新事件等多维数据</a:t>
            </a:r>
          </a:p>
          <a:p>
            <a:pPr/>
            <a:r>
              <a:t>核心：用多个独立数据源观察同一真实问题，并真正关联起来</a:t>
            </a:r>
          </a:p>
          <a:p>
            <a:pPr/>
            <a:r>
              <a:t>覆盖 3 类数据形态：官方统计 + 行为数据 + 事件文本 + 实体映射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个核心研究问题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游戏好评率能否解释其在线人气？（评论 + 在线，实体关联）</a:t>
            </a:r>
          </a:p>
          <a:p>
            <a:pPr/>
            <a:r>
              <a:t>Q2 玩家硬件配置是否随新一代游戏发行协同演进？（硬件 + 元数据，时间关联）</a:t>
            </a:r>
          </a:p>
          <a:p>
            <a:pPr/>
            <a:r>
              <a:t>Q3 更新/赛事对在线人数的冲击有多大？（新闻 + 在线，事件+时间关联）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个独立数据源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Steam 硬件调查 —— 官方统计（月度，2008~2026）</a:t>
            </a:r>
          </a:p>
          <a:p>
            <a:pPr/>
            <a:r>
              <a:t>② Steam 在线人数 —— 公开 API 自采（分钟级）</a:t>
            </a:r>
          </a:p>
          <a:p>
            <a:pPr/>
            <a:r>
              <a:t>③ Steam 评论 —— Kaggle 数据集（1.28 亿条）</a:t>
            </a:r>
          </a:p>
          <a:p>
            <a:pPr/>
            <a:r>
              <a:t>④ 游戏元数据 —— Steam API（实体映射）</a:t>
            </a:r>
          </a:p>
          <a:p>
            <a:pPr/>
            <a:r>
              <a:t>⑤ 新闻/更新事件 —— Steam API（事件文本）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多源数据关联（实体 / 时间 / 事件）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ata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5029200" cy="3396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→ Clean → Integrated 处理链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Raw：原始数据（含 123 行 player_count=0 异常）</a:t>
            </a:r>
          </a:p>
          <a:p>
            <a:pPr/>
            <a:r>
              <a:t>Clean：剔除异常、备份原始（steam_online_raw.csv）</a:t>
            </a:r>
          </a:p>
          <a:p>
            <a:pPr/>
            <a:r>
              <a:t>Integrated：以 appid 融合为「游戏维度」总表（8 行 × 19 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口碑 vs 在线人气：几乎无关 (r=-0.068)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PUBG 好评率最低(58.2%)但在线第三高——免费制/电竞 &gt; 口碑</a:t>
            </a:r>
          </a:p>
        </p:txBody>
      </p:sp>
      <p:pic>
        <p:nvPicPr>
          <p:cNvPr id="4" name="Picture 3" descr="v2_reputation_vs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03120"/>
            <a:ext cx="4572000" cy="2763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硬件配置协同演进（8GB→16GB, 2019-2020）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内存代际切换与 Destiny2/Apex 等新游戏发行时间吻合</a:t>
            </a:r>
          </a:p>
        </p:txBody>
      </p:sp>
      <p:pic>
        <p:nvPicPr>
          <p:cNvPr id="4" name="Picture 3" descr="v4_hardwar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03120"/>
            <a:ext cx="6400800" cy="3625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事件冲击：电竞/活动拉动 +60% 在线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注意剔除「日周期」混淆（凌晨下降≠事件负效应）</a:t>
            </a:r>
          </a:p>
        </p:txBody>
      </p:sp>
      <p:pic>
        <p:nvPicPr>
          <p:cNvPr id="4" name="Picture 3" descr="v3_even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103120"/>
            <a:ext cx="5943600" cy="3067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张核心可视化（问题式标题）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 不同游戏在线人数如何随时间波动？（总体特征）</a:t>
            </a:r>
          </a:p>
          <a:p>
            <a:pPr/>
            <a:r>
              <a:t>v2 好评率能解释在线人气吗？（跨源关系）</a:t>
            </a:r>
          </a:p>
          <a:p>
            <a:pPr/>
            <a:r>
              <a:t>v3 更新/赛事后在线是否显著上升？（跨源关系）</a:t>
            </a:r>
          </a:p>
          <a:p>
            <a:pPr/>
            <a:r>
              <a:t>v4 硬件如何随游戏发行演进？（时间分析）</a:t>
            </a:r>
          </a:p>
          <a:p>
            <a:pPr/>
            <a:r>
              <a:t>v5 全球上线高峰在哪些时段？（时间分析）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使用与反思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工具：Cline（Claude），全程参与采集/清洗/融合/分析/可视化</a:t>
            </a:r>
          </a:p>
          <a:p>
            <a:pPr/>
            <a:r>
              <a:t>核验：代码本地运行验证、数据交叉核对、结论人工判断</a:t>
            </a:r>
          </a:p>
          <a:p>
            <a:pPr/>
            <a:r>
              <a:t>纠正：下载内存崩溃→改 curl；文件大小误读→底层接口复核；凌晨负效应→识别为日周期混淆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结论：①口碑≠人气 ②硬件与游戏协同演进 ③事件显著拉动在线</a:t>
            </a:r>
          </a:p>
          <a:p>
            <a:pPr/>
            <a:r>
              <a:t>局限：核心样本仅 8 游戏；在线为行为数据规模受限；评论占规模主导</a:t>
            </a:r>
          </a:p>
          <a:p>
            <a:pPr/>
            <a:r>
              <a:t>感谢提问！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